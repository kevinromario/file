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c17495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c1749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Halo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Ini Judul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/>
              <a:t>Ini Isi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